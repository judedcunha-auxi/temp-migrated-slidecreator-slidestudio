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31520" y="3566160"/>
            <a:ext cx="609600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1520" y="4251960"/>
            <a:ext cx="6096000" cy="3429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31520" y="1920240"/>
            <a:ext cx="6096000" cy="1508760"/>
          </a:xfrm>
        </p:spPr>
        <p:txBody>
          <a:bodyPr anchor="b"/>
          <a:lstStyle>
            <a:lvl1pPr marL="0" indent="0">
              <a:buNone/>
              <a:defRPr sz="3600" b="1"/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110" name="Logo 10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7680" y="6035040"/>
            <a:ext cx="1219200" cy="4876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31520" y="3566160"/>
            <a:ext cx="609600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1520" y="4251960"/>
            <a:ext cx="6096000" cy="3429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7802880" y="0"/>
            <a:ext cx="438912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31520" y="1920240"/>
            <a:ext cx="6096000" cy="1508760"/>
          </a:xfrm>
        </p:spPr>
        <p:txBody>
          <a:bodyPr anchor="b"/>
          <a:lstStyle>
            <a:lvl1pPr marL="0" indent="0">
              <a:buNone/>
              <a:defRPr sz="3600" b="1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31520" y="3566160"/>
            <a:ext cx="609600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1520" y="4251960"/>
            <a:ext cx="6096000" cy="3429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8046720" y="0"/>
            <a:ext cx="414528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31520" y="1920240"/>
            <a:ext cx="6096000" cy="1508760"/>
          </a:xfrm>
        </p:spPr>
        <p:txBody>
          <a:bodyPr anchor="b"/>
          <a:lstStyle>
            <a:lvl1pPr marL="0" indent="0">
              <a:buNone/>
              <a:defRPr sz="3600" b="1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31520" y="3566160"/>
            <a:ext cx="609600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1520" y="4251960"/>
            <a:ext cx="6096000" cy="3429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8290560" y="0"/>
            <a:ext cx="390144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31520" y="1920240"/>
            <a:ext cx="6096000" cy="1508760"/>
          </a:xfrm>
        </p:spPr>
        <p:txBody>
          <a:bodyPr anchor="b"/>
          <a:lstStyle>
            <a:lvl1pPr marL="0" indent="0">
              <a:buNone/>
              <a:defRPr sz="3600" b="1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Ten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87680" y="1097280"/>
            <a:ext cx="731520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87680" y="1645920"/>
            <a:ext cx="365760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389120" y="1645920"/>
            <a:ext cx="365760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87680" y="2606040"/>
            <a:ext cx="365760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389120" y="2606040"/>
            <a:ext cx="365760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7680" y="3566160"/>
            <a:ext cx="365760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4389120" y="3566160"/>
            <a:ext cx="365760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87680" y="4526280"/>
            <a:ext cx="365760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8"/>
          </p:nvPr>
        </p:nvSpPr>
        <p:spPr>
          <a:xfrm>
            <a:off x="4389120" y="4526280"/>
            <a:ext cx="365760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7680" y="5486400"/>
            <a:ext cx="365760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0"/>
          </p:nvPr>
        </p:nvSpPr>
        <p:spPr>
          <a:xfrm>
            <a:off x="4389120" y="5486400"/>
            <a:ext cx="365760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21"/>
          </p:nvPr>
        </p:nvSpPr>
        <p:spPr>
          <a:xfrm>
            <a:off x="8534400" y="0"/>
            <a:ext cx="36576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Six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87680" y="1097280"/>
            <a:ext cx="731520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87680" y="1645920"/>
            <a:ext cx="365760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389120" y="1645920"/>
            <a:ext cx="365760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87680" y="3246120"/>
            <a:ext cx="365760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389120" y="3246120"/>
            <a:ext cx="365760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7680" y="4846320"/>
            <a:ext cx="365760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4389120" y="4846320"/>
            <a:ext cx="365760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8534400" y="0"/>
            <a:ext cx="36576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8534400" y="0"/>
            <a:ext cx="36576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8534400" y="0"/>
            <a:ext cx="36576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oration 11"/>
          <p:cNvSpPr/>
          <p:nvPr userDrawn="1"/>
        </p:nvSpPr>
        <p:spPr>
          <a:xfrm>
            <a:off x="6096000" y="6720840"/>
            <a:ext cx="609600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oration 11"/>
          <p:cNvSpPr/>
          <p:nvPr userDrawn="1"/>
        </p:nvSpPr>
        <p:spPr>
          <a:xfrm>
            <a:off x="6096000" y="6720840"/>
            <a:ext cx="609600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ecoration 12"/>
          <p:cNvSpPr/>
          <p:nvPr userDrawn="1"/>
        </p:nvSpPr>
        <p:spPr>
          <a:xfrm>
            <a:off x="0" y="685800"/>
            <a:ext cx="24384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1121664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548640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17920" y="1645920"/>
            <a:ext cx="548640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357632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07840" y="1645920"/>
            <a:ext cx="357632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8128000" y="1645920"/>
            <a:ext cx="357632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262128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352800" y="1645920"/>
            <a:ext cx="262128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6217920" y="1645920"/>
            <a:ext cx="262128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0"/>
          </p:nvPr>
        </p:nvSpPr>
        <p:spPr>
          <a:xfrm>
            <a:off x="9083040" y="1645920"/>
            <a:ext cx="262128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7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2621280" cy="22631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352800" y="1645920"/>
            <a:ext cx="2621280" cy="22631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6217920" y="1645920"/>
            <a:ext cx="2621280" cy="22631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0"/>
          </p:nvPr>
        </p:nvSpPr>
        <p:spPr>
          <a:xfrm>
            <a:off x="9083040" y="1645920"/>
            <a:ext cx="2621280" cy="22631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87680" y="4046220"/>
            <a:ext cx="2621280" cy="22631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3352800" y="4046220"/>
            <a:ext cx="2621280" cy="22631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217920" y="4046220"/>
            <a:ext cx="2621280" cy="22631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Tex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5364480" cy="452628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21"/>
          </p:nvPr>
        </p:nvSpPr>
        <p:spPr>
          <a:xfrm>
            <a:off x="6339840" y="1645920"/>
            <a:ext cx="5364480" cy="39776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>
          <a:xfrm>
            <a:off x="6339840" y="5760720"/>
            <a:ext cx="5364480" cy="411480"/>
          </a:xfrm>
        </p:spPr>
        <p:txBody>
          <a:bodyPr/>
          <a:lstStyle>
            <a:lvl1pPr marL="0" indent="0">
              <a:buNone/>
              <a:defRPr sz="900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487680" y="1645920"/>
            <a:ext cx="11216640" cy="452628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4"/>
          </p:nvPr>
        </p:nvSpPr>
        <p:spPr>
          <a:xfrm>
            <a:off x="487680" y="1645920"/>
            <a:ext cx="11216640" cy="452628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m and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487680" y="1783080"/>
            <a:ext cx="5486400" cy="10287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17920" y="1783080"/>
            <a:ext cx="5486400" cy="10287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87680" y="2948940"/>
            <a:ext cx="5486400" cy="10287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17920" y="2948940"/>
            <a:ext cx="5486400" cy="10287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487680" y="4114800"/>
            <a:ext cx="5486400" cy="10287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6217920" y="4114800"/>
            <a:ext cx="5486400" cy="10287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487680" y="5280660"/>
            <a:ext cx="5486400" cy="10287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2"/>
          </p:nvPr>
        </p:nvSpPr>
        <p:spPr>
          <a:xfrm>
            <a:off x="6217920" y="5280660"/>
            <a:ext cx="5486400" cy="10287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87680" y="1920240"/>
            <a:ext cx="357632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307840" y="1920240"/>
            <a:ext cx="357632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128000" y="1920240"/>
            <a:ext cx="357632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487680" y="3154680"/>
            <a:ext cx="3576320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4307840" y="3154680"/>
            <a:ext cx="3576320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8128000" y="3154680"/>
            <a:ext cx="3576320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s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87680" y="1920240"/>
            <a:ext cx="262128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352800" y="1920240"/>
            <a:ext cx="262128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6217920" y="1920240"/>
            <a:ext cx="262128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9083040" y="1920240"/>
            <a:ext cx="262128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487680" y="3154680"/>
            <a:ext cx="2621280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3352800" y="3154680"/>
            <a:ext cx="2621280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6217920" y="3154680"/>
            <a:ext cx="2621280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9083040" y="3154680"/>
            <a:ext cx="2621280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s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87680" y="1920240"/>
            <a:ext cx="2048256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779776" y="1920240"/>
            <a:ext cx="2048256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5071872" y="1920240"/>
            <a:ext cx="2048256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7363968" y="1920240"/>
            <a:ext cx="2048256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9656064" y="1920240"/>
            <a:ext cx="2048256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487680" y="3154680"/>
            <a:ext cx="2048256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2779776" y="3154680"/>
            <a:ext cx="2048256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5071872" y="3154680"/>
            <a:ext cx="2048256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7363968" y="3154680"/>
            <a:ext cx="2048256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2"/>
          </p:nvPr>
        </p:nvSpPr>
        <p:spPr>
          <a:xfrm>
            <a:off x="9656064" y="3154680"/>
            <a:ext cx="2048256" cy="2743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s - 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48768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335280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21792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>
          <a:xfrm>
            <a:off x="908304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487680" y="3840480"/>
            <a:ext cx="2621280" cy="41148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52800" y="3840480"/>
            <a:ext cx="2621280" cy="41148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6217920" y="3840480"/>
            <a:ext cx="2621280" cy="41148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2"/>
          </p:nvPr>
        </p:nvSpPr>
        <p:spPr>
          <a:xfrm>
            <a:off x="9083040" y="3840480"/>
            <a:ext cx="2621280" cy="41148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487680" y="4389120"/>
            <a:ext cx="2621280" cy="19202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4"/>
          </p:nvPr>
        </p:nvSpPr>
        <p:spPr>
          <a:xfrm>
            <a:off x="3352800" y="4389120"/>
            <a:ext cx="2621280" cy="19202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5"/>
          </p:nvPr>
        </p:nvSpPr>
        <p:spPr>
          <a:xfrm>
            <a:off x="6217920" y="4389120"/>
            <a:ext cx="2621280" cy="19202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6"/>
          </p:nvPr>
        </p:nvSpPr>
        <p:spPr>
          <a:xfrm>
            <a:off x="9083040" y="4389120"/>
            <a:ext cx="2621280" cy="19202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 -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oration 11"/>
          <p:cNvSpPr/>
          <p:nvPr userDrawn="1"/>
        </p:nvSpPr>
        <p:spPr>
          <a:xfrm>
            <a:off x="6096000" y="6720840"/>
            <a:ext cx="609600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ecoration 12"/>
          <p:cNvSpPr/>
          <p:nvPr userDrawn="1"/>
        </p:nvSpPr>
        <p:spPr>
          <a:xfrm>
            <a:off x="0" y="685800"/>
            <a:ext cx="24384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487680" y="1645920"/>
            <a:ext cx="3413760" cy="41148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4389120" y="1645920"/>
            <a:ext cx="353568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8168640" y="1645920"/>
            <a:ext cx="353568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4389120" y="3246120"/>
            <a:ext cx="353568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8168640" y="3246120"/>
            <a:ext cx="353568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33"/>
          </p:nvPr>
        </p:nvSpPr>
        <p:spPr>
          <a:xfrm>
            <a:off x="4389120" y="4846320"/>
            <a:ext cx="353568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34"/>
          </p:nvPr>
        </p:nvSpPr>
        <p:spPr>
          <a:xfrm>
            <a:off x="8168640" y="4846320"/>
            <a:ext cx="3535680" cy="14630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19200" y="1920240"/>
            <a:ext cx="9753600" cy="192024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1219200" y="4114800"/>
            <a:ext cx="9753600" cy="41148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with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145280" y="1920240"/>
            <a:ext cx="7315200" cy="192024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145280" y="4114800"/>
            <a:ext cx="7315200" cy="41148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31520" y="1783080"/>
            <a:ext cx="2926080" cy="288036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Six A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8778240" y="3703320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6949440" y="5306905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>
          <a:xfrm>
            <a:off x="3291840" y="5306905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3"/>
          </p:nvPr>
        </p:nvSpPr>
        <p:spPr>
          <a:xfrm>
            <a:off x="1463040" y="3703320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3291840" y="2099735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6949440" y="2099735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Twelve A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8778240" y="3703320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8288215" y="4629150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>
          <a:xfrm>
            <a:off x="6949440" y="5306905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3"/>
          </p:nvPr>
        </p:nvSpPr>
        <p:spPr>
          <a:xfrm>
            <a:off x="5120640" y="5554980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3291840" y="5306905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1953065" y="4629150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6"/>
          </p:nvPr>
        </p:nvSpPr>
        <p:spPr>
          <a:xfrm>
            <a:off x="1463040" y="3703320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7"/>
          </p:nvPr>
        </p:nvSpPr>
        <p:spPr>
          <a:xfrm>
            <a:off x="1953065" y="2777490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3291840" y="2099735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9"/>
          </p:nvPr>
        </p:nvSpPr>
        <p:spPr>
          <a:xfrm>
            <a:off x="5120640" y="1851660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30"/>
          </p:nvPr>
        </p:nvSpPr>
        <p:spPr>
          <a:xfrm>
            <a:off x="6949440" y="2099735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8288215" y="2777490"/>
            <a:ext cx="1950720" cy="548640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48768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335280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7"/>
          </p:nvPr>
        </p:nvSpPr>
        <p:spPr>
          <a:xfrm>
            <a:off x="621792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8"/>
          </p:nvPr>
        </p:nvSpPr>
        <p:spPr>
          <a:xfrm>
            <a:off x="908304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487680" y="3840480"/>
            <a:ext cx="2621280" cy="41148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52800" y="3840480"/>
            <a:ext cx="2621280" cy="41148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6217920" y="3840480"/>
            <a:ext cx="2621280" cy="41148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2"/>
          </p:nvPr>
        </p:nvSpPr>
        <p:spPr>
          <a:xfrm>
            <a:off x="9083040" y="3840480"/>
            <a:ext cx="2621280" cy="41148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487680" y="4389120"/>
            <a:ext cx="2621280" cy="19202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4"/>
          </p:nvPr>
        </p:nvSpPr>
        <p:spPr>
          <a:xfrm>
            <a:off x="3352800" y="4389120"/>
            <a:ext cx="2621280" cy="19202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5"/>
          </p:nvPr>
        </p:nvSpPr>
        <p:spPr>
          <a:xfrm>
            <a:off x="6217920" y="4389120"/>
            <a:ext cx="2621280" cy="19202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6"/>
          </p:nvPr>
        </p:nvSpPr>
        <p:spPr>
          <a:xfrm>
            <a:off x="9083040" y="4389120"/>
            <a:ext cx="2621280" cy="19202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8768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64480" y="411480"/>
            <a:ext cx="6339840" cy="822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5364480" y="1371600"/>
            <a:ext cx="63398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5364480" y="1920240"/>
            <a:ext cx="6339840" cy="42519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75360" y="2743200"/>
            <a:ext cx="6096000" cy="1097280"/>
          </a:xfrm>
        </p:spPr>
        <p:txBody>
          <a:bodyPr/>
          <a:lstStyle>
            <a:lvl1pPr marL="0" indent="0">
              <a:buNone/>
              <a:defRPr sz="44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75360" y="2743200"/>
            <a:ext cx="6096000" cy="1097280"/>
          </a:xfrm>
        </p:spPr>
        <p:txBody>
          <a:bodyPr/>
          <a:lstStyle>
            <a:lvl1pPr marL="0" indent="0">
              <a:buNone/>
              <a:defRPr sz="44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75360" y="2743200"/>
            <a:ext cx="6096000" cy="1097280"/>
          </a:xfrm>
        </p:spPr>
        <p:txBody>
          <a:bodyPr/>
          <a:lstStyle>
            <a:lvl1pPr marL="0" indent="0">
              <a:buNone/>
              <a:defRPr sz="44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75360" y="2743200"/>
            <a:ext cx="6096000" cy="1097280"/>
          </a:xfrm>
        </p:spPr>
        <p:txBody>
          <a:bodyPr/>
          <a:lstStyle>
            <a:lvl1pPr marL="0" indent="0">
              <a:buNone/>
              <a:defRPr sz="44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Do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7315200" y="48006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7754112" y="48006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193024" y="48006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8631936" y="48006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9070848" y="48006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9509760" y="48006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9948672" y="48006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10387584" y="48006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10826496" y="48006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265408" y="48006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oration 11"/>
          <p:cNvSpPr/>
          <p:nvPr userDrawn="1"/>
        </p:nvSpPr>
        <p:spPr>
          <a:xfrm>
            <a:off x="7315200" y="50063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ecoration 12"/>
          <p:cNvSpPr/>
          <p:nvPr userDrawn="1"/>
        </p:nvSpPr>
        <p:spPr>
          <a:xfrm>
            <a:off x="7754112" y="50063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Decoration 13"/>
          <p:cNvSpPr/>
          <p:nvPr userDrawn="1"/>
        </p:nvSpPr>
        <p:spPr>
          <a:xfrm>
            <a:off x="8193024" y="50063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Decoration 14"/>
          <p:cNvSpPr/>
          <p:nvPr userDrawn="1"/>
        </p:nvSpPr>
        <p:spPr>
          <a:xfrm>
            <a:off x="8631936" y="50063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Decoration 15"/>
          <p:cNvSpPr/>
          <p:nvPr userDrawn="1"/>
        </p:nvSpPr>
        <p:spPr>
          <a:xfrm>
            <a:off x="9070848" y="50063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Decoration 16"/>
          <p:cNvSpPr/>
          <p:nvPr userDrawn="1"/>
        </p:nvSpPr>
        <p:spPr>
          <a:xfrm>
            <a:off x="9509760" y="50063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Decoration 17"/>
          <p:cNvSpPr/>
          <p:nvPr userDrawn="1"/>
        </p:nvSpPr>
        <p:spPr>
          <a:xfrm>
            <a:off x="9948672" y="50063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Decoration 18"/>
          <p:cNvSpPr/>
          <p:nvPr userDrawn="1"/>
        </p:nvSpPr>
        <p:spPr>
          <a:xfrm>
            <a:off x="10387584" y="50063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Decoration 19"/>
          <p:cNvSpPr/>
          <p:nvPr userDrawn="1"/>
        </p:nvSpPr>
        <p:spPr>
          <a:xfrm>
            <a:off x="10826496" y="50063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Decoration 20"/>
          <p:cNvSpPr/>
          <p:nvPr userDrawn="1"/>
        </p:nvSpPr>
        <p:spPr>
          <a:xfrm>
            <a:off x="11265408" y="50063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Decoration 21"/>
          <p:cNvSpPr/>
          <p:nvPr userDrawn="1"/>
        </p:nvSpPr>
        <p:spPr>
          <a:xfrm>
            <a:off x="7315200" y="52120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Decoration 22"/>
          <p:cNvSpPr/>
          <p:nvPr userDrawn="1"/>
        </p:nvSpPr>
        <p:spPr>
          <a:xfrm>
            <a:off x="7754112" y="52120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Decoration 23"/>
          <p:cNvSpPr/>
          <p:nvPr userDrawn="1"/>
        </p:nvSpPr>
        <p:spPr>
          <a:xfrm>
            <a:off x="8193024" y="52120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Decoration 24"/>
          <p:cNvSpPr/>
          <p:nvPr userDrawn="1"/>
        </p:nvSpPr>
        <p:spPr>
          <a:xfrm>
            <a:off x="8631936" y="52120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Decoration 25"/>
          <p:cNvSpPr/>
          <p:nvPr userDrawn="1"/>
        </p:nvSpPr>
        <p:spPr>
          <a:xfrm>
            <a:off x="9070848" y="52120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Decoration 26"/>
          <p:cNvSpPr/>
          <p:nvPr userDrawn="1"/>
        </p:nvSpPr>
        <p:spPr>
          <a:xfrm>
            <a:off x="9509760" y="52120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Decoration 27"/>
          <p:cNvSpPr/>
          <p:nvPr userDrawn="1"/>
        </p:nvSpPr>
        <p:spPr>
          <a:xfrm>
            <a:off x="9948672" y="52120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Decoration 28"/>
          <p:cNvSpPr/>
          <p:nvPr userDrawn="1"/>
        </p:nvSpPr>
        <p:spPr>
          <a:xfrm>
            <a:off x="10387584" y="52120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Decoration 29"/>
          <p:cNvSpPr/>
          <p:nvPr userDrawn="1"/>
        </p:nvSpPr>
        <p:spPr>
          <a:xfrm>
            <a:off x="10826496" y="52120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Decoration 30"/>
          <p:cNvSpPr/>
          <p:nvPr userDrawn="1"/>
        </p:nvSpPr>
        <p:spPr>
          <a:xfrm>
            <a:off x="11265408" y="52120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Decoration 31"/>
          <p:cNvSpPr/>
          <p:nvPr userDrawn="1"/>
        </p:nvSpPr>
        <p:spPr>
          <a:xfrm>
            <a:off x="7315200" y="54178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Decoration 32"/>
          <p:cNvSpPr/>
          <p:nvPr userDrawn="1"/>
        </p:nvSpPr>
        <p:spPr>
          <a:xfrm>
            <a:off x="7754112" y="54178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Decoration 33"/>
          <p:cNvSpPr/>
          <p:nvPr userDrawn="1"/>
        </p:nvSpPr>
        <p:spPr>
          <a:xfrm>
            <a:off x="8193024" y="54178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Decoration 34"/>
          <p:cNvSpPr/>
          <p:nvPr userDrawn="1"/>
        </p:nvSpPr>
        <p:spPr>
          <a:xfrm>
            <a:off x="8631936" y="54178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Decoration 35"/>
          <p:cNvSpPr/>
          <p:nvPr userDrawn="1"/>
        </p:nvSpPr>
        <p:spPr>
          <a:xfrm>
            <a:off x="9070848" y="54178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Decoration 36"/>
          <p:cNvSpPr/>
          <p:nvPr userDrawn="1"/>
        </p:nvSpPr>
        <p:spPr>
          <a:xfrm>
            <a:off x="9509760" y="54178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Decoration 37"/>
          <p:cNvSpPr/>
          <p:nvPr userDrawn="1"/>
        </p:nvSpPr>
        <p:spPr>
          <a:xfrm>
            <a:off x="9948672" y="54178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Decoration 38"/>
          <p:cNvSpPr/>
          <p:nvPr userDrawn="1"/>
        </p:nvSpPr>
        <p:spPr>
          <a:xfrm>
            <a:off x="10387584" y="54178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Decoration 39"/>
          <p:cNvSpPr/>
          <p:nvPr userDrawn="1"/>
        </p:nvSpPr>
        <p:spPr>
          <a:xfrm>
            <a:off x="10826496" y="54178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Decoration 40"/>
          <p:cNvSpPr/>
          <p:nvPr userDrawn="1"/>
        </p:nvSpPr>
        <p:spPr>
          <a:xfrm>
            <a:off x="11265408" y="54178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Decoration 41"/>
          <p:cNvSpPr/>
          <p:nvPr userDrawn="1"/>
        </p:nvSpPr>
        <p:spPr>
          <a:xfrm>
            <a:off x="7315200" y="562356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Decoration 42"/>
          <p:cNvSpPr/>
          <p:nvPr userDrawn="1"/>
        </p:nvSpPr>
        <p:spPr>
          <a:xfrm>
            <a:off x="7754112" y="562356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Decoration 43"/>
          <p:cNvSpPr/>
          <p:nvPr userDrawn="1"/>
        </p:nvSpPr>
        <p:spPr>
          <a:xfrm>
            <a:off x="8193024" y="562356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Decoration 44"/>
          <p:cNvSpPr/>
          <p:nvPr userDrawn="1"/>
        </p:nvSpPr>
        <p:spPr>
          <a:xfrm>
            <a:off x="8631936" y="562356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Decoration 45"/>
          <p:cNvSpPr/>
          <p:nvPr userDrawn="1"/>
        </p:nvSpPr>
        <p:spPr>
          <a:xfrm>
            <a:off x="9070848" y="562356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Decoration 46"/>
          <p:cNvSpPr/>
          <p:nvPr userDrawn="1"/>
        </p:nvSpPr>
        <p:spPr>
          <a:xfrm>
            <a:off x="9509760" y="562356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Decoration 47"/>
          <p:cNvSpPr/>
          <p:nvPr userDrawn="1"/>
        </p:nvSpPr>
        <p:spPr>
          <a:xfrm>
            <a:off x="9948672" y="562356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Decoration 48"/>
          <p:cNvSpPr/>
          <p:nvPr userDrawn="1"/>
        </p:nvSpPr>
        <p:spPr>
          <a:xfrm>
            <a:off x="10387584" y="562356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oration 49"/>
          <p:cNvSpPr/>
          <p:nvPr userDrawn="1"/>
        </p:nvSpPr>
        <p:spPr>
          <a:xfrm>
            <a:off x="10826496" y="562356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Decoration 50"/>
          <p:cNvSpPr/>
          <p:nvPr userDrawn="1"/>
        </p:nvSpPr>
        <p:spPr>
          <a:xfrm>
            <a:off x="11265408" y="562356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Decoration 51"/>
          <p:cNvSpPr/>
          <p:nvPr userDrawn="1"/>
        </p:nvSpPr>
        <p:spPr>
          <a:xfrm>
            <a:off x="7315200" y="58293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Decoration 52"/>
          <p:cNvSpPr/>
          <p:nvPr userDrawn="1"/>
        </p:nvSpPr>
        <p:spPr>
          <a:xfrm>
            <a:off x="7754112" y="58293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Decoration 53"/>
          <p:cNvSpPr/>
          <p:nvPr userDrawn="1"/>
        </p:nvSpPr>
        <p:spPr>
          <a:xfrm>
            <a:off x="8193024" y="58293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Decoration 54"/>
          <p:cNvSpPr/>
          <p:nvPr userDrawn="1"/>
        </p:nvSpPr>
        <p:spPr>
          <a:xfrm>
            <a:off x="8631936" y="58293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Decoration 55"/>
          <p:cNvSpPr/>
          <p:nvPr userDrawn="1"/>
        </p:nvSpPr>
        <p:spPr>
          <a:xfrm>
            <a:off x="9070848" y="58293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Decoration 56"/>
          <p:cNvSpPr/>
          <p:nvPr userDrawn="1"/>
        </p:nvSpPr>
        <p:spPr>
          <a:xfrm>
            <a:off x="9509760" y="58293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Decoration 57"/>
          <p:cNvSpPr/>
          <p:nvPr userDrawn="1"/>
        </p:nvSpPr>
        <p:spPr>
          <a:xfrm>
            <a:off x="9948672" y="58293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Decoration 58"/>
          <p:cNvSpPr/>
          <p:nvPr userDrawn="1"/>
        </p:nvSpPr>
        <p:spPr>
          <a:xfrm>
            <a:off x="10387584" y="58293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Decoration 59"/>
          <p:cNvSpPr/>
          <p:nvPr userDrawn="1"/>
        </p:nvSpPr>
        <p:spPr>
          <a:xfrm>
            <a:off x="10826496" y="58293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Decoration 60"/>
          <p:cNvSpPr/>
          <p:nvPr userDrawn="1"/>
        </p:nvSpPr>
        <p:spPr>
          <a:xfrm>
            <a:off x="11265408" y="58293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Decoration 61"/>
          <p:cNvSpPr/>
          <p:nvPr userDrawn="1"/>
        </p:nvSpPr>
        <p:spPr>
          <a:xfrm>
            <a:off x="7315200" y="60350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Decoration 62"/>
          <p:cNvSpPr/>
          <p:nvPr userDrawn="1"/>
        </p:nvSpPr>
        <p:spPr>
          <a:xfrm>
            <a:off x="7754112" y="60350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Decoration 63"/>
          <p:cNvSpPr/>
          <p:nvPr userDrawn="1"/>
        </p:nvSpPr>
        <p:spPr>
          <a:xfrm>
            <a:off x="8193024" y="60350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Decoration 64"/>
          <p:cNvSpPr/>
          <p:nvPr userDrawn="1"/>
        </p:nvSpPr>
        <p:spPr>
          <a:xfrm>
            <a:off x="8631936" y="60350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Decoration 65"/>
          <p:cNvSpPr/>
          <p:nvPr userDrawn="1"/>
        </p:nvSpPr>
        <p:spPr>
          <a:xfrm>
            <a:off x="9070848" y="60350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Decoration 66"/>
          <p:cNvSpPr/>
          <p:nvPr userDrawn="1"/>
        </p:nvSpPr>
        <p:spPr>
          <a:xfrm>
            <a:off x="9509760" y="60350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Decoration 67"/>
          <p:cNvSpPr/>
          <p:nvPr userDrawn="1"/>
        </p:nvSpPr>
        <p:spPr>
          <a:xfrm>
            <a:off x="9948672" y="60350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Decoration 68"/>
          <p:cNvSpPr/>
          <p:nvPr userDrawn="1"/>
        </p:nvSpPr>
        <p:spPr>
          <a:xfrm>
            <a:off x="10387584" y="60350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Decoration 69"/>
          <p:cNvSpPr/>
          <p:nvPr userDrawn="1"/>
        </p:nvSpPr>
        <p:spPr>
          <a:xfrm>
            <a:off x="10826496" y="60350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Decoration 70"/>
          <p:cNvSpPr/>
          <p:nvPr userDrawn="1"/>
        </p:nvSpPr>
        <p:spPr>
          <a:xfrm>
            <a:off x="11265408" y="60350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Decoration 71"/>
          <p:cNvSpPr/>
          <p:nvPr userDrawn="1"/>
        </p:nvSpPr>
        <p:spPr>
          <a:xfrm>
            <a:off x="7315200" y="62407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Decoration 72"/>
          <p:cNvSpPr/>
          <p:nvPr userDrawn="1"/>
        </p:nvSpPr>
        <p:spPr>
          <a:xfrm>
            <a:off x="7754112" y="62407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Decoration 73"/>
          <p:cNvSpPr/>
          <p:nvPr userDrawn="1"/>
        </p:nvSpPr>
        <p:spPr>
          <a:xfrm>
            <a:off x="8193024" y="62407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Decoration 74"/>
          <p:cNvSpPr/>
          <p:nvPr userDrawn="1"/>
        </p:nvSpPr>
        <p:spPr>
          <a:xfrm>
            <a:off x="8631936" y="62407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Decoration 75"/>
          <p:cNvSpPr/>
          <p:nvPr userDrawn="1"/>
        </p:nvSpPr>
        <p:spPr>
          <a:xfrm>
            <a:off x="9070848" y="62407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Decoration 76"/>
          <p:cNvSpPr/>
          <p:nvPr userDrawn="1"/>
        </p:nvSpPr>
        <p:spPr>
          <a:xfrm>
            <a:off x="9509760" y="62407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Decoration 77"/>
          <p:cNvSpPr/>
          <p:nvPr userDrawn="1"/>
        </p:nvSpPr>
        <p:spPr>
          <a:xfrm>
            <a:off x="9948672" y="62407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Decoration 78"/>
          <p:cNvSpPr/>
          <p:nvPr userDrawn="1"/>
        </p:nvSpPr>
        <p:spPr>
          <a:xfrm>
            <a:off x="10387584" y="62407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Decoration 79"/>
          <p:cNvSpPr/>
          <p:nvPr userDrawn="1"/>
        </p:nvSpPr>
        <p:spPr>
          <a:xfrm>
            <a:off x="10826496" y="62407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Decoration 80"/>
          <p:cNvSpPr/>
          <p:nvPr userDrawn="1"/>
        </p:nvSpPr>
        <p:spPr>
          <a:xfrm>
            <a:off x="11265408" y="62407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Decoration 81"/>
          <p:cNvSpPr/>
          <p:nvPr userDrawn="1"/>
        </p:nvSpPr>
        <p:spPr>
          <a:xfrm>
            <a:off x="7315200" y="64465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Decoration 82"/>
          <p:cNvSpPr/>
          <p:nvPr userDrawn="1"/>
        </p:nvSpPr>
        <p:spPr>
          <a:xfrm>
            <a:off x="7754112" y="64465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Decoration 83"/>
          <p:cNvSpPr/>
          <p:nvPr userDrawn="1"/>
        </p:nvSpPr>
        <p:spPr>
          <a:xfrm>
            <a:off x="8193024" y="64465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Decoration 84"/>
          <p:cNvSpPr/>
          <p:nvPr userDrawn="1"/>
        </p:nvSpPr>
        <p:spPr>
          <a:xfrm>
            <a:off x="8631936" y="64465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Decoration 85"/>
          <p:cNvSpPr/>
          <p:nvPr userDrawn="1"/>
        </p:nvSpPr>
        <p:spPr>
          <a:xfrm>
            <a:off x="9070848" y="64465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Decoration 86"/>
          <p:cNvSpPr/>
          <p:nvPr userDrawn="1"/>
        </p:nvSpPr>
        <p:spPr>
          <a:xfrm>
            <a:off x="9509760" y="64465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Decoration 87"/>
          <p:cNvSpPr/>
          <p:nvPr userDrawn="1"/>
        </p:nvSpPr>
        <p:spPr>
          <a:xfrm>
            <a:off x="9948672" y="64465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Decoration 88"/>
          <p:cNvSpPr/>
          <p:nvPr userDrawn="1"/>
        </p:nvSpPr>
        <p:spPr>
          <a:xfrm>
            <a:off x="10387584" y="64465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Decoration 89"/>
          <p:cNvSpPr/>
          <p:nvPr userDrawn="1"/>
        </p:nvSpPr>
        <p:spPr>
          <a:xfrm>
            <a:off x="10826496" y="64465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Decoration 90"/>
          <p:cNvSpPr/>
          <p:nvPr userDrawn="1"/>
        </p:nvSpPr>
        <p:spPr>
          <a:xfrm>
            <a:off x="11265408" y="64465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Placeholder 91"/>
          <p:cNvSpPr>
            <a:spLocks noGrp="1"/>
          </p:cNvSpPr>
          <p:nvPr>
            <p:ph type="body" sz="quarter" idx="13"/>
          </p:nvPr>
        </p:nvSpPr>
        <p:spPr>
          <a:xfrm>
            <a:off x="487680" y="1645920"/>
            <a:ext cx="6096000" cy="452628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93" name="Text Placeholder 92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609600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487680" y="342900"/>
            <a:ext cx="609600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95" name="Picture Placeholder 94"/>
          <p:cNvSpPr>
            <a:spLocks noGrp="1"/>
          </p:cNvSpPr>
          <p:nvPr>
            <p:ph type="pic" sz="quarter" idx="15"/>
          </p:nvPr>
        </p:nvSpPr>
        <p:spPr>
          <a:xfrm>
            <a:off x="7071360" y="1645920"/>
            <a:ext cx="4632960" cy="27432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Option 1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31520" y="3566160"/>
            <a:ext cx="609600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1520" y="4251960"/>
            <a:ext cx="6096000" cy="3429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31520" y="1920240"/>
            <a:ext cx="6096000" cy="1508760"/>
          </a:xfrm>
        </p:spPr>
        <p:txBody>
          <a:bodyPr anchor="b"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Option 2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31520" y="3566160"/>
            <a:ext cx="609600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1520" y="4251960"/>
            <a:ext cx="6096000" cy="3429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7802880" y="0"/>
            <a:ext cx="438912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31520" y="1920240"/>
            <a:ext cx="6096000" cy="1508760"/>
          </a:xfrm>
        </p:spPr>
        <p:txBody>
          <a:bodyPr anchor="b"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Option 3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31520" y="3566160"/>
            <a:ext cx="609600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1520" y="4251960"/>
            <a:ext cx="6096000" cy="3429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8046720" y="0"/>
            <a:ext cx="414528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31520" y="1920240"/>
            <a:ext cx="6096000" cy="1508760"/>
          </a:xfrm>
        </p:spPr>
        <p:txBody>
          <a:bodyPr anchor="b"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Option 4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31520" y="3566160"/>
            <a:ext cx="609600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1520" y="4251960"/>
            <a:ext cx="6096000" cy="3429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8290560" y="0"/>
            <a:ext cx="390144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31520" y="1920240"/>
            <a:ext cx="6096000" cy="1508760"/>
          </a:xfrm>
        </p:spPr>
        <p:txBody>
          <a:bodyPr anchor="b"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Ten Items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87680" y="1097280"/>
            <a:ext cx="731520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87680" y="1645920"/>
            <a:ext cx="365760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389120" y="1645920"/>
            <a:ext cx="365760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87680" y="2606040"/>
            <a:ext cx="365760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389120" y="2606040"/>
            <a:ext cx="365760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7680" y="3566160"/>
            <a:ext cx="365760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4389120" y="3566160"/>
            <a:ext cx="365760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87680" y="4526280"/>
            <a:ext cx="365760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8"/>
          </p:nvPr>
        </p:nvSpPr>
        <p:spPr>
          <a:xfrm>
            <a:off x="4389120" y="4526280"/>
            <a:ext cx="365760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7680" y="5486400"/>
            <a:ext cx="365760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0"/>
          </p:nvPr>
        </p:nvSpPr>
        <p:spPr>
          <a:xfrm>
            <a:off x="4389120" y="5486400"/>
            <a:ext cx="365760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21"/>
          </p:nvPr>
        </p:nvSpPr>
        <p:spPr>
          <a:xfrm>
            <a:off x="8534400" y="0"/>
            <a:ext cx="36576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Six Items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87680" y="1097280"/>
            <a:ext cx="731520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87680" y="1645920"/>
            <a:ext cx="365760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389120" y="1645920"/>
            <a:ext cx="365760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87680" y="3246120"/>
            <a:ext cx="365760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389120" y="3246120"/>
            <a:ext cx="365760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7680" y="4846320"/>
            <a:ext cx="365760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4389120" y="4846320"/>
            <a:ext cx="365760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8534400" y="0"/>
            <a:ext cx="36576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1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8534400" y="0"/>
            <a:ext cx="36576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2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8534400" y="0"/>
            <a:ext cx="36576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3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4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5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oration 11"/>
          <p:cNvSpPr/>
          <p:nvPr userDrawn="1"/>
        </p:nvSpPr>
        <p:spPr>
          <a:xfrm>
            <a:off x="6096000" y="6720840"/>
            <a:ext cx="609600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Option 6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oration 11"/>
          <p:cNvSpPr/>
          <p:nvPr userDrawn="1"/>
        </p:nvSpPr>
        <p:spPr>
          <a:xfrm>
            <a:off x="6096000" y="6720840"/>
            <a:ext cx="609600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ecoration 12"/>
          <p:cNvSpPr/>
          <p:nvPr userDrawn="1"/>
        </p:nvSpPr>
        <p:spPr>
          <a:xfrm>
            <a:off x="0" y="685800"/>
            <a:ext cx="24384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1 Box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11216640" cy="46634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2 Boxes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5486400" cy="46634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17920" y="1645920"/>
            <a:ext cx="5486400" cy="46634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3 Boxes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3576320" cy="46634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07840" y="1645920"/>
            <a:ext cx="3576320" cy="46634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8128000" y="1645920"/>
            <a:ext cx="3576320" cy="46634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4 Boxes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2621280" cy="46634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352800" y="1645920"/>
            <a:ext cx="2621280" cy="46634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6217920" y="1645920"/>
            <a:ext cx="2621280" cy="46634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0"/>
          </p:nvPr>
        </p:nvSpPr>
        <p:spPr>
          <a:xfrm>
            <a:off x="9083040" y="1645920"/>
            <a:ext cx="2621280" cy="46634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7 Boxes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2621280" cy="22631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352800" y="1645920"/>
            <a:ext cx="2621280" cy="22631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6217920" y="1645920"/>
            <a:ext cx="2621280" cy="22631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0"/>
          </p:nvPr>
        </p:nvSpPr>
        <p:spPr>
          <a:xfrm>
            <a:off x="9083040" y="1645920"/>
            <a:ext cx="2621280" cy="22631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87680" y="4046220"/>
            <a:ext cx="2621280" cy="22631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3352800" y="4046220"/>
            <a:ext cx="2621280" cy="22631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217920" y="4046220"/>
            <a:ext cx="2621280" cy="22631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Text and Objec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5364480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21"/>
          </p:nvPr>
        </p:nvSpPr>
        <p:spPr>
          <a:xfrm>
            <a:off x="6339840" y="1645920"/>
            <a:ext cx="5364480" cy="39776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>
          <a:xfrm>
            <a:off x="6339840" y="5760720"/>
            <a:ext cx="5364480" cy="41148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Tabl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487680" y="1645920"/>
            <a:ext cx="11216640" cy="452628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Char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4"/>
          </p:nvPr>
        </p:nvSpPr>
        <p:spPr>
          <a:xfrm>
            <a:off x="487680" y="1645920"/>
            <a:ext cx="11216640" cy="452628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Corners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Plai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m and To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487680" y="1783080"/>
            <a:ext cx="5486400" cy="1028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17920" y="1783080"/>
            <a:ext cx="5486400" cy="1028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87680" y="2948940"/>
            <a:ext cx="5486400" cy="1028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17920" y="2948940"/>
            <a:ext cx="5486400" cy="1028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487680" y="4114800"/>
            <a:ext cx="5486400" cy="1028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6217920" y="4114800"/>
            <a:ext cx="5486400" cy="1028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487680" y="5280660"/>
            <a:ext cx="5486400" cy="1028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2"/>
          </p:nvPr>
        </p:nvSpPr>
        <p:spPr>
          <a:xfrm>
            <a:off x="6217920" y="5280660"/>
            <a:ext cx="5486400" cy="1028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s - 3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87680" y="1920240"/>
            <a:ext cx="357632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307840" y="1920240"/>
            <a:ext cx="357632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128000" y="1920240"/>
            <a:ext cx="357632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487680" y="3154680"/>
            <a:ext cx="357632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4307840" y="3154680"/>
            <a:ext cx="357632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8128000" y="3154680"/>
            <a:ext cx="357632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s - 4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87680" y="1920240"/>
            <a:ext cx="262128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352800" y="1920240"/>
            <a:ext cx="262128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6217920" y="1920240"/>
            <a:ext cx="262128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9083040" y="1920240"/>
            <a:ext cx="2621280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487680" y="3154680"/>
            <a:ext cx="262128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3352800" y="3154680"/>
            <a:ext cx="262128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6217920" y="3154680"/>
            <a:ext cx="262128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9083040" y="3154680"/>
            <a:ext cx="262128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s - 5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87680" y="1920240"/>
            <a:ext cx="2048256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779776" y="1920240"/>
            <a:ext cx="2048256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5071872" y="1920240"/>
            <a:ext cx="2048256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7363968" y="1920240"/>
            <a:ext cx="2048256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9656064" y="1920240"/>
            <a:ext cx="2048256" cy="109728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487680" y="3154680"/>
            <a:ext cx="2048256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2779776" y="3154680"/>
            <a:ext cx="2048256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5071872" y="3154680"/>
            <a:ext cx="2048256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7363968" y="3154680"/>
            <a:ext cx="2048256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2"/>
          </p:nvPr>
        </p:nvSpPr>
        <p:spPr>
          <a:xfrm>
            <a:off x="9656064" y="3154680"/>
            <a:ext cx="2048256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s - Four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48768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335280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21792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>
          <a:xfrm>
            <a:off x="908304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487680" y="3840480"/>
            <a:ext cx="2621280" cy="41148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52800" y="3840480"/>
            <a:ext cx="2621280" cy="41148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6217920" y="3840480"/>
            <a:ext cx="2621280" cy="41148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2"/>
          </p:nvPr>
        </p:nvSpPr>
        <p:spPr>
          <a:xfrm>
            <a:off x="9083040" y="3840480"/>
            <a:ext cx="2621280" cy="41148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487680" y="4389120"/>
            <a:ext cx="2621280" cy="19202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4"/>
          </p:nvPr>
        </p:nvSpPr>
        <p:spPr>
          <a:xfrm>
            <a:off x="3352800" y="4389120"/>
            <a:ext cx="2621280" cy="19202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5"/>
          </p:nvPr>
        </p:nvSpPr>
        <p:spPr>
          <a:xfrm>
            <a:off x="6217920" y="4389120"/>
            <a:ext cx="2621280" cy="19202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6"/>
          </p:nvPr>
        </p:nvSpPr>
        <p:spPr>
          <a:xfrm>
            <a:off x="9083040" y="4389120"/>
            <a:ext cx="2621280" cy="19202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 - On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oration 11"/>
          <p:cNvSpPr/>
          <p:nvPr userDrawn="1"/>
        </p:nvSpPr>
        <p:spPr>
          <a:xfrm>
            <a:off x="6096000" y="6720840"/>
            <a:ext cx="609600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ecoration 12"/>
          <p:cNvSpPr/>
          <p:nvPr userDrawn="1"/>
        </p:nvSpPr>
        <p:spPr>
          <a:xfrm>
            <a:off x="0" y="685800"/>
            <a:ext cx="24384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487680" y="1645920"/>
            <a:ext cx="3413760" cy="41148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4389120" y="1645920"/>
            <a:ext cx="353568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8168640" y="1645920"/>
            <a:ext cx="353568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4389120" y="3246120"/>
            <a:ext cx="353568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8168640" y="3246120"/>
            <a:ext cx="353568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33"/>
          </p:nvPr>
        </p:nvSpPr>
        <p:spPr>
          <a:xfrm>
            <a:off x="4389120" y="4846320"/>
            <a:ext cx="353568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34"/>
          </p:nvPr>
        </p:nvSpPr>
        <p:spPr>
          <a:xfrm>
            <a:off x="8168640" y="4846320"/>
            <a:ext cx="3535680" cy="14630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19200" y="1920240"/>
            <a:ext cx="9753600" cy="1920240"/>
          </a:xfrm>
        </p:spPr>
        <p:txBody>
          <a:bodyPr anchor="ctr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1219200" y="4114800"/>
            <a:ext cx="9753600" cy="41148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with Portrai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145280" y="1920240"/>
            <a:ext cx="7315200" cy="1920240"/>
          </a:xfrm>
        </p:spPr>
        <p:txBody>
          <a:bodyPr anchor="ctr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145280" y="4114800"/>
            <a:ext cx="7315200" cy="41148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31520" y="1783080"/>
            <a:ext cx="2926080" cy="288036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Six Around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8778240" y="3703320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6949440" y="5306905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>
          <a:xfrm>
            <a:off x="3291840" y="5306905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3"/>
          </p:nvPr>
        </p:nvSpPr>
        <p:spPr>
          <a:xfrm>
            <a:off x="1463040" y="3703320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3291840" y="2099735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6949440" y="2099735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Twelve Around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8778240" y="3703320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8288215" y="4629150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>
          <a:xfrm>
            <a:off x="6949440" y="5306905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3"/>
          </p:nvPr>
        </p:nvSpPr>
        <p:spPr>
          <a:xfrm>
            <a:off x="5120640" y="5554980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3291840" y="5306905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1953065" y="4629150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6"/>
          </p:nvPr>
        </p:nvSpPr>
        <p:spPr>
          <a:xfrm>
            <a:off x="1463040" y="3703320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7"/>
          </p:nvPr>
        </p:nvSpPr>
        <p:spPr>
          <a:xfrm>
            <a:off x="1953065" y="2777490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3291840" y="2099735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9"/>
          </p:nvPr>
        </p:nvSpPr>
        <p:spPr>
          <a:xfrm>
            <a:off x="5120640" y="1851660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30"/>
          </p:nvPr>
        </p:nvSpPr>
        <p:spPr>
          <a:xfrm>
            <a:off x="6949440" y="2099735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8288215" y="2777490"/>
            <a:ext cx="1950720" cy="548640"/>
          </a:xfr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Tex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48768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335280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7"/>
          </p:nvPr>
        </p:nvSpPr>
        <p:spPr>
          <a:xfrm>
            <a:off x="621792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8"/>
          </p:nvPr>
        </p:nvSpPr>
        <p:spPr>
          <a:xfrm>
            <a:off x="9083040" y="1645920"/>
            <a:ext cx="2621280" cy="20574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487680" y="3840480"/>
            <a:ext cx="2621280" cy="41148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52800" y="3840480"/>
            <a:ext cx="2621280" cy="41148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6217920" y="3840480"/>
            <a:ext cx="2621280" cy="41148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2"/>
          </p:nvPr>
        </p:nvSpPr>
        <p:spPr>
          <a:xfrm>
            <a:off x="9083040" y="3840480"/>
            <a:ext cx="2621280" cy="41148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487680" y="4389120"/>
            <a:ext cx="2621280" cy="19202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4"/>
          </p:nvPr>
        </p:nvSpPr>
        <p:spPr>
          <a:xfrm>
            <a:off x="3352800" y="4389120"/>
            <a:ext cx="2621280" cy="19202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5"/>
          </p:nvPr>
        </p:nvSpPr>
        <p:spPr>
          <a:xfrm>
            <a:off x="6217920" y="4389120"/>
            <a:ext cx="2621280" cy="19202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6"/>
          </p:nvPr>
        </p:nvSpPr>
        <p:spPr>
          <a:xfrm>
            <a:off x="9083040" y="4389120"/>
            <a:ext cx="2621280" cy="19202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8768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64480" y="411480"/>
            <a:ext cx="6339840" cy="822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5364480" y="1371600"/>
            <a:ext cx="63398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5364480" y="1920240"/>
            <a:ext cx="6339840" cy="42519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Option 1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75360" y="2743200"/>
            <a:ext cx="6096000" cy="1097280"/>
          </a:xfr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Option 2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75360" y="2743200"/>
            <a:ext cx="6096000" cy="1097280"/>
          </a:xfr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Option 3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75360" y="2743200"/>
            <a:ext cx="6096000" cy="1097280"/>
          </a:xfr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Option 4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75360" y="2743200"/>
            <a:ext cx="6096000" cy="1097280"/>
          </a:xfr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Dot Patter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7315200" y="48006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7754112" y="48006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193024" y="48006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8631936" y="48006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9070848" y="48006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9509760" y="48006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9948672" y="48006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10387584" y="48006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10826496" y="48006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265408" y="48006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oration 11"/>
          <p:cNvSpPr/>
          <p:nvPr userDrawn="1"/>
        </p:nvSpPr>
        <p:spPr>
          <a:xfrm>
            <a:off x="7315200" y="50063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ecoration 12"/>
          <p:cNvSpPr/>
          <p:nvPr userDrawn="1"/>
        </p:nvSpPr>
        <p:spPr>
          <a:xfrm>
            <a:off x="7754112" y="50063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Decoration 13"/>
          <p:cNvSpPr/>
          <p:nvPr userDrawn="1"/>
        </p:nvSpPr>
        <p:spPr>
          <a:xfrm>
            <a:off x="8193024" y="50063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Decoration 14"/>
          <p:cNvSpPr/>
          <p:nvPr userDrawn="1"/>
        </p:nvSpPr>
        <p:spPr>
          <a:xfrm>
            <a:off x="8631936" y="50063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Decoration 15"/>
          <p:cNvSpPr/>
          <p:nvPr userDrawn="1"/>
        </p:nvSpPr>
        <p:spPr>
          <a:xfrm>
            <a:off x="9070848" y="50063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Decoration 16"/>
          <p:cNvSpPr/>
          <p:nvPr userDrawn="1"/>
        </p:nvSpPr>
        <p:spPr>
          <a:xfrm>
            <a:off x="9509760" y="50063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Decoration 17"/>
          <p:cNvSpPr/>
          <p:nvPr userDrawn="1"/>
        </p:nvSpPr>
        <p:spPr>
          <a:xfrm>
            <a:off x="9948672" y="50063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Decoration 18"/>
          <p:cNvSpPr/>
          <p:nvPr userDrawn="1"/>
        </p:nvSpPr>
        <p:spPr>
          <a:xfrm>
            <a:off x="10387584" y="50063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Decoration 19"/>
          <p:cNvSpPr/>
          <p:nvPr userDrawn="1"/>
        </p:nvSpPr>
        <p:spPr>
          <a:xfrm>
            <a:off x="10826496" y="50063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Decoration 20"/>
          <p:cNvSpPr/>
          <p:nvPr userDrawn="1"/>
        </p:nvSpPr>
        <p:spPr>
          <a:xfrm>
            <a:off x="11265408" y="50063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Decoration 21"/>
          <p:cNvSpPr/>
          <p:nvPr userDrawn="1"/>
        </p:nvSpPr>
        <p:spPr>
          <a:xfrm>
            <a:off x="7315200" y="52120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Decoration 22"/>
          <p:cNvSpPr/>
          <p:nvPr userDrawn="1"/>
        </p:nvSpPr>
        <p:spPr>
          <a:xfrm>
            <a:off x="7754112" y="52120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Decoration 23"/>
          <p:cNvSpPr/>
          <p:nvPr userDrawn="1"/>
        </p:nvSpPr>
        <p:spPr>
          <a:xfrm>
            <a:off x="8193024" y="52120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Decoration 24"/>
          <p:cNvSpPr/>
          <p:nvPr userDrawn="1"/>
        </p:nvSpPr>
        <p:spPr>
          <a:xfrm>
            <a:off x="8631936" y="52120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Decoration 25"/>
          <p:cNvSpPr/>
          <p:nvPr userDrawn="1"/>
        </p:nvSpPr>
        <p:spPr>
          <a:xfrm>
            <a:off x="9070848" y="52120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Decoration 26"/>
          <p:cNvSpPr/>
          <p:nvPr userDrawn="1"/>
        </p:nvSpPr>
        <p:spPr>
          <a:xfrm>
            <a:off x="9509760" y="52120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Decoration 27"/>
          <p:cNvSpPr/>
          <p:nvPr userDrawn="1"/>
        </p:nvSpPr>
        <p:spPr>
          <a:xfrm>
            <a:off x="9948672" y="52120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Decoration 28"/>
          <p:cNvSpPr/>
          <p:nvPr userDrawn="1"/>
        </p:nvSpPr>
        <p:spPr>
          <a:xfrm>
            <a:off x="10387584" y="52120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Decoration 29"/>
          <p:cNvSpPr/>
          <p:nvPr userDrawn="1"/>
        </p:nvSpPr>
        <p:spPr>
          <a:xfrm>
            <a:off x="10826496" y="52120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Decoration 30"/>
          <p:cNvSpPr/>
          <p:nvPr userDrawn="1"/>
        </p:nvSpPr>
        <p:spPr>
          <a:xfrm>
            <a:off x="11265408" y="52120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Decoration 31"/>
          <p:cNvSpPr/>
          <p:nvPr userDrawn="1"/>
        </p:nvSpPr>
        <p:spPr>
          <a:xfrm>
            <a:off x="7315200" y="54178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Decoration 32"/>
          <p:cNvSpPr/>
          <p:nvPr userDrawn="1"/>
        </p:nvSpPr>
        <p:spPr>
          <a:xfrm>
            <a:off x="7754112" y="54178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Decoration 33"/>
          <p:cNvSpPr/>
          <p:nvPr userDrawn="1"/>
        </p:nvSpPr>
        <p:spPr>
          <a:xfrm>
            <a:off x="8193024" y="54178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Decoration 34"/>
          <p:cNvSpPr/>
          <p:nvPr userDrawn="1"/>
        </p:nvSpPr>
        <p:spPr>
          <a:xfrm>
            <a:off x="8631936" y="54178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Decoration 35"/>
          <p:cNvSpPr/>
          <p:nvPr userDrawn="1"/>
        </p:nvSpPr>
        <p:spPr>
          <a:xfrm>
            <a:off x="9070848" y="54178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Decoration 36"/>
          <p:cNvSpPr/>
          <p:nvPr userDrawn="1"/>
        </p:nvSpPr>
        <p:spPr>
          <a:xfrm>
            <a:off x="9509760" y="54178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Decoration 37"/>
          <p:cNvSpPr/>
          <p:nvPr userDrawn="1"/>
        </p:nvSpPr>
        <p:spPr>
          <a:xfrm>
            <a:off x="9948672" y="54178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Decoration 38"/>
          <p:cNvSpPr/>
          <p:nvPr userDrawn="1"/>
        </p:nvSpPr>
        <p:spPr>
          <a:xfrm>
            <a:off x="10387584" y="54178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Decoration 39"/>
          <p:cNvSpPr/>
          <p:nvPr userDrawn="1"/>
        </p:nvSpPr>
        <p:spPr>
          <a:xfrm>
            <a:off x="10826496" y="54178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Decoration 40"/>
          <p:cNvSpPr/>
          <p:nvPr userDrawn="1"/>
        </p:nvSpPr>
        <p:spPr>
          <a:xfrm>
            <a:off x="11265408" y="54178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Decoration 41"/>
          <p:cNvSpPr/>
          <p:nvPr userDrawn="1"/>
        </p:nvSpPr>
        <p:spPr>
          <a:xfrm>
            <a:off x="7315200" y="562356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Decoration 42"/>
          <p:cNvSpPr/>
          <p:nvPr userDrawn="1"/>
        </p:nvSpPr>
        <p:spPr>
          <a:xfrm>
            <a:off x="7754112" y="562356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Decoration 43"/>
          <p:cNvSpPr/>
          <p:nvPr userDrawn="1"/>
        </p:nvSpPr>
        <p:spPr>
          <a:xfrm>
            <a:off x="8193024" y="562356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Decoration 44"/>
          <p:cNvSpPr/>
          <p:nvPr userDrawn="1"/>
        </p:nvSpPr>
        <p:spPr>
          <a:xfrm>
            <a:off x="8631936" y="562356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Decoration 45"/>
          <p:cNvSpPr/>
          <p:nvPr userDrawn="1"/>
        </p:nvSpPr>
        <p:spPr>
          <a:xfrm>
            <a:off x="9070848" y="562356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Decoration 46"/>
          <p:cNvSpPr/>
          <p:nvPr userDrawn="1"/>
        </p:nvSpPr>
        <p:spPr>
          <a:xfrm>
            <a:off x="9509760" y="562356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Decoration 47"/>
          <p:cNvSpPr/>
          <p:nvPr userDrawn="1"/>
        </p:nvSpPr>
        <p:spPr>
          <a:xfrm>
            <a:off x="9948672" y="562356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Decoration 48"/>
          <p:cNvSpPr/>
          <p:nvPr userDrawn="1"/>
        </p:nvSpPr>
        <p:spPr>
          <a:xfrm>
            <a:off x="10387584" y="562356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oration 49"/>
          <p:cNvSpPr/>
          <p:nvPr userDrawn="1"/>
        </p:nvSpPr>
        <p:spPr>
          <a:xfrm>
            <a:off x="10826496" y="562356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Decoration 50"/>
          <p:cNvSpPr/>
          <p:nvPr userDrawn="1"/>
        </p:nvSpPr>
        <p:spPr>
          <a:xfrm>
            <a:off x="11265408" y="562356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Decoration 51"/>
          <p:cNvSpPr/>
          <p:nvPr userDrawn="1"/>
        </p:nvSpPr>
        <p:spPr>
          <a:xfrm>
            <a:off x="7315200" y="58293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Decoration 52"/>
          <p:cNvSpPr/>
          <p:nvPr userDrawn="1"/>
        </p:nvSpPr>
        <p:spPr>
          <a:xfrm>
            <a:off x="7754112" y="58293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Decoration 53"/>
          <p:cNvSpPr/>
          <p:nvPr userDrawn="1"/>
        </p:nvSpPr>
        <p:spPr>
          <a:xfrm>
            <a:off x="8193024" y="58293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Decoration 54"/>
          <p:cNvSpPr/>
          <p:nvPr userDrawn="1"/>
        </p:nvSpPr>
        <p:spPr>
          <a:xfrm>
            <a:off x="8631936" y="58293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Decoration 55"/>
          <p:cNvSpPr/>
          <p:nvPr userDrawn="1"/>
        </p:nvSpPr>
        <p:spPr>
          <a:xfrm>
            <a:off x="9070848" y="58293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Decoration 56"/>
          <p:cNvSpPr/>
          <p:nvPr userDrawn="1"/>
        </p:nvSpPr>
        <p:spPr>
          <a:xfrm>
            <a:off x="9509760" y="58293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Decoration 57"/>
          <p:cNvSpPr/>
          <p:nvPr userDrawn="1"/>
        </p:nvSpPr>
        <p:spPr>
          <a:xfrm>
            <a:off x="9948672" y="58293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Decoration 58"/>
          <p:cNvSpPr/>
          <p:nvPr userDrawn="1"/>
        </p:nvSpPr>
        <p:spPr>
          <a:xfrm>
            <a:off x="10387584" y="582930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Decoration 59"/>
          <p:cNvSpPr/>
          <p:nvPr userDrawn="1"/>
        </p:nvSpPr>
        <p:spPr>
          <a:xfrm>
            <a:off x="10826496" y="582930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Decoration 60"/>
          <p:cNvSpPr/>
          <p:nvPr userDrawn="1"/>
        </p:nvSpPr>
        <p:spPr>
          <a:xfrm>
            <a:off x="11265408" y="582930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Decoration 61"/>
          <p:cNvSpPr/>
          <p:nvPr userDrawn="1"/>
        </p:nvSpPr>
        <p:spPr>
          <a:xfrm>
            <a:off x="7315200" y="60350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Decoration 62"/>
          <p:cNvSpPr/>
          <p:nvPr userDrawn="1"/>
        </p:nvSpPr>
        <p:spPr>
          <a:xfrm>
            <a:off x="7754112" y="60350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Decoration 63"/>
          <p:cNvSpPr/>
          <p:nvPr userDrawn="1"/>
        </p:nvSpPr>
        <p:spPr>
          <a:xfrm>
            <a:off x="8193024" y="60350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Decoration 64"/>
          <p:cNvSpPr/>
          <p:nvPr userDrawn="1"/>
        </p:nvSpPr>
        <p:spPr>
          <a:xfrm>
            <a:off x="8631936" y="60350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Decoration 65"/>
          <p:cNvSpPr/>
          <p:nvPr userDrawn="1"/>
        </p:nvSpPr>
        <p:spPr>
          <a:xfrm>
            <a:off x="9070848" y="60350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Decoration 66"/>
          <p:cNvSpPr/>
          <p:nvPr userDrawn="1"/>
        </p:nvSpPr>
        <p:spPr>
          <a:xfrm>
            <a:off x="9509760" y="60350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Decoration 67"/>
          <p:cNvSpPr/>
          <p:nvPr userDrawn="1"/>
        </p:nvSpPr>
        <p:spPr>
          <a:xfrm>
            <a:off x="9948672" y="60350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Decoration 68"/>
          <p:cNvSpPr/>
          <p:nvPr userDrawn="1"/>
        </p:nvSpPr>
        <p:spPr>
          <a:xfrm>
            <a:off x="10387584" y="603504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Decoration 69"/>
          <p:cNvSpPr/>
          <p:nvPr userDrawn="1"/>
        </p:nvSpPr>
        <p:spPr>
          <a:xfrm>
            <a:off x="10826496" y="603504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Decoration 70"/>
          <p:cNvSpPr/>
          <p:nvPr userDrawn="1"/>
        </p:nvSpPr>
        <p:spPr>
          <a:xfrm>
            <a:off x="11265408" y="603504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Decoration 71"/>
          <p:cNvSpPr/>
          <p:nvPr userDrawn="1"/>
        </p:nvSpPr>
        <p:spPr>
          <a:xfrm>
            <a:off x="7315200" y="62407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Decoration 72"/>
          <p:cNvSpPr/>
          <p:nvPr userDrawn="1"/>
        </p:nvSpPr>
        <p:spPr>
          <a:xfrm>
            <a:off x="7754112" y="62407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Decoration 73"/>
          <p:cNvSpPr/>
          <p:nvPr userDrawn="1"/>
        </p:nvSpPr>
        <p:spPr>
          <a:xfrm>
            <a:off x="8193024" y="62407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Decoration 74"/>
          <p:cNvSpPr/>
          <p:nvPr userDrawn="1"/>
        </p:nvSpPr>
        <p:spPr>
          <a:xfrm>
            <a:off x="8631936" y="62407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Decoration 75"/>
          <p:cNvSpPr/>
          <p:nvPr userDrawn="1"/>
        </p:nvSpPr>
        <p:spPr>
          <a:xfrm>
            <a:off x="9070848" y="62407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Decoration 76"/>
          <p:cNvSpPr/>
          <p:nvPr userDrawn="1"/>
        </p:nvSpPr>
        <p:spPr>
          <a:xfrm>
            <a:off x="9509760" y="62407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Decoration 77"/>
          <p:cNvSpPr/>
          <p:nvPr userDrawn="1"/>
        </p:nvSpPr>
        <p:spPr>
          <a:xfrm>
            <a:off x="9948672" y="62407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Decoration 78"/>
          <p:cNvSpPr/>
          <p:nvPr userDrawn="1"/>
        </p:nvSpPr>
        <p:spPr>
          <a:xfrm>
            <a:off x="10387584" y="624078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Decoration 79"/>
          <p:cNvSpPr/>
          <p:nvPr userDrawn="1"/>
        </p:nvSpPr>
        <p:spPr>
          <a:xfrm>
            <a:off x="10826496" y="624078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Decoration 80"/>
          <p:cNvSpPr/>
          <p:nvPr userDrawn="1"/>
        </p:nvSpPr>
        <p:spPr>
          <a:xfrm>
            <a:off x="11265408" y="624078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Decoration 81"/>
          <p:cNvSpPr/>
          <p:nvPr userDrawn="1"/>
        </p:nvSpPr>
        <p:spPr>
          <a:xfrm>
            <a:off x="7315200" y="64465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Decoration 82"/>
          <p:cNvSpPr/>
          <p:nvPr userDrawn="1"/>
        </p:nvSpPr>
        <p:spPr>
          <a:xfrm>
            <a:off x="7754112" y="64465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Decoration 83"/>
          <p:cNvSpPr/>
          <p:nvPr userDrawn="1"/>
        </p:nvSpPr>
        <p:spPr>
          <a:xfrm>
            <a:off x="8193024" y="64465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Decoration 84"/>
          <p:cNvSpPr/>
          <p:nvPr userDrawn="1"/>
        </p:nvSpPr>
        <p:spPr>
          <a:xfrm>
            <a:off x="8631936" y="64465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Decoration 85"/>
          <p:cNvSpPr/>
          <p:nvPr userDrawn="1"/>
        </p:nvSpPr>
        <p:spPr>
          <a:xfrm>
            <a:off x="9070848" y="64465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Decoration 86"/>
          <p:cNvSpPr/>
          <p:nvPr userDrawn="1"/>
        </p:nvSpPr>
        <p:spPr>
          <a:xfrm>
            <a:off x="9509760" y="64465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Decoration 87"/>
          <p:cNvSpPr/>
          <p:nvPr userDrawn="1"/>
        </p:nvSpPr>
        <p:spPr>
          <a:xfrm>
            <a:off x="9948672" y="64465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Decoration 88"/>
          <p:cNvSpPr/>
          <p:nvPr userDrawn="1"/>
        </p:nvSpPr>
        <p:spPr>
          <a:xfrm>
            <a:off x="10387584" y="6446520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Decoration 89"/>
          <p:cNvSpPr/>
          <p:nvPr userDrawn="1"/>
        </p:nvSpPr>
        <p:spPr>
          <a:xfrm>
            <a:off x="10826496" y="6446520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Decoration 90"/>
          <p:cNvSpPr/>
          <p:nvPr userDrawn="1"/>
        </p:nvSpPr>
        <p:spPr>
          <a:xfrm>
            <a:off x="11265408" y="6446520"/>
            <a:ext cx="146304" cy="1463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Placeholder 91"/>
          <p:cNvSpPr>
            <a:spLocks noGrp="1"/>
          </p:cNvSpPr>
          <p:nvPr>
            <p:ph type="body" sz="quarter" idx="13"/>
          </p:nvPr>
        </p:nvSpPr>
        <p:spPr>
          <a:xfrm>
            <a:off x="487680" y="1645920"/>
            <a:ext cx="6096000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3" name="Text Placeholder 92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609600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487680" y="342900"/>
            <a:ext cx="609600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5" name="Picture Placeholder 94"/>
          <p:cNvSpPr>
            <a:spLocks noGrp="1"/>
          </p:cNvSpPr>
          <p:nvPr>
            <p:ph type="pic" sz="quarter" idx="15"/>
          </p:nvPr>
        </p:nvSpPr>
        <p:spPr>
          <a:xfrm>
            <a:off x="7071360" y="1645920"/>
            <a:ext cx="4632960" cy="27432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31520" y="3566160"/>
            <a:ext cx="609600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31520" y="4251960"/>
            <a:ext cx="6096000" cy="3429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7559040" y="0"/>
            <a:ext cx="463296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31520" y="1920240"/>
            <a:ext cx="6096000" cy="1508760"/>
          </a:xfrm>
        </p:spPr>
        <p:txBody>
          <a:bodyPr anchor="b"/>
          <a:lstStyle>
            <a:lvl1pPr marL="0" indent="0">
              <a:buNone/>
              <a:defRPr sz="3600" b="1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oration 11"/>
          <p:cNvSpPr/>
          <p:nvPr userDrawn="1"/>
        </p:nvSpPr>
        <p:spPr>
          <a:xfrm>
            <a:off x="6096000" y="6720840"/>
            <a:ext cx="609600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ecoration 12"/>
          <p:cNvSpPr/>
          <p:nvPr userDrawn="1"/>
        </p:nvSpPr>
        <p:spPr>
          <a:xfrm>
            <a:off x="0" y="685800"/>
            <a:ext cx="24384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-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Divider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75360" y="2468880"/>
            <a:ext cx="7071360" cy="123444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75360" y="3840480"/>
            <a:ext cx="7071360" cy="5486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8534400" y="0"/>
            <a:ext cx="3657600" cy="6858000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-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487680" y="1097280"/>
            <a:ext cx="11216640" cy="3429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87680" y="1645920"/>
            <a:ext cx="548640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217920" y="1645920"/>
            <a:ext cx="5486400" cy="46634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slideLayout" Target="../slideLayouts/slideLayout60.xml"/><Relationship Id="rId62" Type="http://schemas.openxmlformats.org/officeDocument/2006/relationships/slideLayout" Target="../slideLayouts/slideLayout61.xml"/><Relationship Id="rId63" Type="http://schemas.openxmlformats.org/officeDocument/2006/relationships/slideLayout" Target="../slideLayouts/slideLayout62.xml"/><Relationship Id="rId64" Type="http://schemas.openxmlformats.org/officeDocument/2006/relationships/slideLayout" Target="../slideLayouts/slideLayout63.xml"/><Relationship Id="rId65" Type="http://schemas.openxmlformats.org/officeDocument/2006/relationships/slideLayout" Target="../slideLayouts/slideLayout64.xml"/><Relationship Id="rId66" Type="http://schemas.openxmlformats.org/officeDocument/2006/relationships/slideLayout" Target="../slideLayouts/slideLayout65.xml"/><Relationship Id="rId67" Type="http://schemas.openxmlformats.org/officeDocument/2006/relationships/slideLayout" Target="../slideLayouts/slideLayout66.xml"/><Relationship Id="rId68" Type="http://schemas.openxmlformats.org/officeDocument/2006/relationships/slideLayout" Target="../slideLayouts/slideLayout67.xml"/><Relationship Id="rId69" Type="http://schemas.openxmlformats.org/officeDocument/2006/relationships/slideLayout" Target="../slideLayouts/slideLayout68.xml"/><Relationship Id="rId70" Type="http://schemas.openxmlformats.org/officeDocument/2006/relationships/slideLayout" Target="../slideLayouts/slideLayout69.xml"/><Relationship Id="rId71" Type="http://schemas.openxmlformats.org/officeDocument/2006/relationships/slideLayout" Target="../slideLayouts/slideLayout70.xml"/><Relationship Id="rId72" Type="http://schemas.openxmlformats.org/officeDocument/2006/relationships/slideLayout" Target="../slideLayouts/slideLayout71.xml"/><Relationship Id="rId73" Type="http://schemas.openxmlformats.org/officeDocument/2006/relationships/slideLayout" Target="../slideLayouts/slideLayout72.xml"/><Relationship Id="rId74" Type="http://schemas.openxmlformats.org/officeDocument/2006/relationships/slideLayout" Target="../slideLayouts/slideLayout73.xml"/><Relationship Id="rId75" Type="http://schemas.openxmlformats.org/officeDocument/2006/relationships/slideLayout" Target="../slideLayouts/slideLayout74.xml"/><Relationship Id="rId76" Type="http://schemas.openxmlformats.org/officeDocument/2006/relationships/slideLayout" Target="../slideLayouts/slideLayout75.xml"/><Relationship Id="rId77" Type="http://schemas.openxmlformats.org/officeDocument/2006/relationships/slideLayout" Target="../slideLayouts/slideLayout76.xml"/><Relationship Id="rId78" Type="http://schemas.openxmlformats.org/officeDocument/2006/relationships/slideLayout" Target="../slideLayouts/slideLayout77.xml"/><Relationship Id="rId79" Type="http://schemas.openxmlformats.org/officeDocument/2006/relationships/slideLayout" Target="../slideLayouts/slideLayout78.xml"/><Relationship Id="rId80" Type="http://schemas.openxmlformats.org/officeDocument/2006/relationships/slideLayout" Target="../slideLayouts/slideLayout79.xml"/><Relationship Id="rId81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1.xml"/><Relationship Id="rId83" Type="http://schemas.openxmlformats.org/officeDocument/2006/relationships/slideLayout" Target="../slideLayouts/slideLayout82.xml"/><Relationship Id="rId84" Type="http://schemas.openxmlformats.org/officeDocument/2006/relationships/slideLayout" Target="../slideLayouts/slideLayout83.xml"/><Relationship Id="rId85" Type="http://schemas.openxmlformats.org/officeDocument/2006/relationships/slideLayout" Target="../slideLayouts/slideLayout84.xml"/><Relationship Id="rId86" Type="http://schemas.openxmlformats.org/officeDocument/2006/relationships/slideLayout" Target="../slideLayouts/slideLayout85.xml"/><Relationship Id="rId87" Type="http://schemas.openxmlformats.org/officeDocument/2006/relationships/slideLayout" Target="../slideLayouts/slideLayout86.xml"/><Relationship Id="rId88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8.xml"/><Relationship Id="rId90" Type="http://schemas.openxmlformats.org/officeDocument/2006/relationships/slideLayout" Target="../slideLayouts/slideLayout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ixture Theme">
  <a:themeElements>
    <a:clrScheme name="Fixture">
      <a:dk1>
        <a:sysClr val="windowText" lastClr="000000"/>
      </a:dk1>
      <a:lt1>
        <a:sysClr val="window" lastClr="FFFFFF"/>
      </a:lt1>
      <a:dk2>
        <a:srgbClr val="1F2A44"/>
      </a:dk2>
      <a:lt2>
        <a:srgbClr val="EEF1F5"/>
      </a:lt2>
      <a:accent1>
        <a:srgbClr val="1F6FB2"/>
      </a:accent1>
      <a:accent2>
        <a:srgbClr val="E8664A"/>
      </a:accent2>
      <a:accent3>
        <a:srgbClr val="12233B"/>
      </a:accent3>
      <a:accent4>
        <a:srgbClr val="4FA3A5"/>
      </a:accent4>
      <a:accent5>
        <a:srgbClr val="F2B544"/>
      </a:accent5>
      <a:accent6>
        <a:srgbClr val="2B4C7E"/>
      </a:accent6>
      <a:hlink>
        <a:srgbClr val="1F6FB2"/>
      </a:hlink>
      <a:folHlink>
        <a:srgbClr val="7A5C99"/>
      </a:folHlink>
    </a:clrScheme>
    <a:fontScheme name="Fixtur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python-pptx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Fixture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master: 89 layouts on one master</dc:title>
  <dc:subject/>
  <dc:creator>Slide Studio test fixtures</dc:creator>
  <cp:keywords/>
  <dc:description>Generated by engine/fixtures/masters/make_test_masters.py</dc:description>
  <cp:lastModifiedBy>Slide Studio test fixtures</cp:lastModifiedBy>
  <cp:revision>1</cp:revision>
  <dcterms:created xsi:type="dcterms:W3CDTF">2026-01-01T00:00:00Z</dcterms:created>
  <dcterms:modified xsi:type="dcterms:W3CDTF">2026-01-01T00:00:00Z</dcterms:modified>
  <cp:category/>
</cp:coreProperties>
</file>