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8016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840480" cy="932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647981" y="5440680"/>
            <a:ext cx="153619" cy="2331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961120" y="7679131"/>
            <a:ext cx="3840480" cy="932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53619" cy="11658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768096" y="621792"/>
            <a:ext cx="5120640" cy="38862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768096" y="2798064"/>
            <a:ext cx="8961120" cy="1243584"/>
          </a:xfrm>
        </p:spPr>
        <p:txBody>
          <a:bodyPr/>
          <a:lstStyle>
            <a:lvl1pPr marL="0" indent="0">
              <a:buNone/>
              <a:defRPr sz="32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68096" y="4352544"/>
            <a:ext cx="8961120" cy="46634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768096" y="4974336"/>
            <a:ext cx="5120640" cy="38862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768096" y="5440680"/>
            <a:ext cx="5120640" cy="38862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8096" y="6995160"/>
            <a:ext cx="5120640" cy="310896"/>
          </a:xfrm>
        </p:spPr>
        <p:txBody>
          <a:bodyPr/>
          <a:lstStyle>
            <a:lvl1pPr marL="0" indent="0">
              <a:buNone/>
              <a:defRPr sz="9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840480" cy="932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647981" y="5440680"/>
            <a:ext cx="153619" cy="2331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961120" y="7679131"/>
            <a:ext cx="3840480" cy="932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68096" y="621792"/>
            <a:ext cx="5120640" cy="38862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68096" y="3108960"/>
            <a:ext cx="8961120" cy="1243584"/>
          </a:xfrm>
        </p:spPr>
        <p:txBody>
          <a:bodyPr/>
          <a:lstStyle>
            <a:lvl1pPr marL="0" indent="0">
              <a:buNone/>
              <a:defRPr sz="32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68096" y="4663440"/>
            <a:ext cx="8961120" cy="46634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768096" y="5285232"/>
            <a:ext cx="5120640" cy="38862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768096" y="5751576"/>
            <a:ext cx="5120640" cy="38862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8096" y="6995160"/>
            <a:ext cx="5120640" cy="310896"/>
          </a:xfrm>
        </p:spPr>
        <p:txBody>
          <a:bodyPr/>
          <a:lstStyle>
            <a:lvl1pPr marL="0" indent="0">
              <a:buNone/>
              <a:defRPr sz="9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840480" cy="932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647981" y="5440680"/>
            <a:ext cx="153619" cy="2331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961120" y="7679131"/>
            <a:ext cx="3840480" cy="932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53619" cy="11658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8961120" y="621792"/>
            <a:ext cx="3072384" cy="932688"/>
          </a:xfrm>
        </p:spPr>
        <p:txBody>
          <a:bodyPr/>
          <a:lstStyle/>
          <a:p>
            <a:r>
              <a:rPr lang="en-US"/>
              <a:t>Picture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768096" y="621792"/>
            <a:ext cx="5120640" cy="38862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68096" y="3108960"/>
            <a:ext cx="8961120" cy="932688"/>
          </a:xfrm>
        </p:spPr>
        <p:txBody>
          <a:bodyPr/>
          <a:lstStyle>
            <a:lvl1pPr marL="0" indent="0">
              <a:buNone/>
              <a:defRPr sz="3200" b="1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768096" y="4352544"/>
            <a:ext cx="5120640" cy="38862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768096" y="4818888"/>
            <a:ext cx="5120640" cy="38862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68096" y="6995160"/>
            <a:ext cx="5120640" cy="310896"/>
          </a:xfrm>
        </p:spPr>
        <p:txBody>
          <a:bodyPr/>
          <a:lstStyle>
            <a:lvl1pPr marL="0" indent="0">
              <a:buNone/>
              <a:defRPr sz="900"/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112" name="Logo 1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64" y="6839712"/>
            <a:ext cx="1280160" cy="5120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0896"/>
            <a:ext cx="11521440" cy="699516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40080" y="1088136"/>
            <a:ext cx="11521440" cy="388620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640080" y="1632204"/>
            <a:ext cx="11521440" cy="528523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40080" y="7072884"/>
            <a:ext cx="8961120" cy="310896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0241280" y="7072884"/>
            <a:ext cx="1920240" cy="310896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840480" cy="932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647981" y="5440680"/>
            <a:ext cx="153619" cy="2331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961120" y="7679131"/>
            <a:ext cx="3840480" cy="932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53619" cy="11658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24128" y="3108960"/>
            <a:ext cx="10241280" cy="1088136"/>
          </a:xfrm>
        </p:spPr>
        <p:txBody>
          <a:bodyPr/>
          <a:lstStyle>
            <a:lvl1pPr marL="0" indent="0">
              <a:buNone/>
              <a:defRPr sz="36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"/>
          </p:nvPr>
        </p:nvSpPr>
        <p:spPr>
          <a:xfrm>
            <a:off x="1024128" y="4352544"/>
            <a:ext cx="10241280" cy="62179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ppendi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3840480" cy="932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12647981" y="5440680"/>
            <a:ext cx="153619" cy="2331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Decoration 3"/>
          <p:cNvSpPr/>
          <p:nvPr userDrawn="1"/>
        </p:nvSpPr>
        <p:spPr>
          <a:xfrm>
            <a:off x="8961120" y="7679131"/>
            <a:ext cx="3840480" cy="932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ecoration 4"/>
          <p:cNvSpPr/>
          <p:nvPr userDrawn="1"/>
        </p:nvSpPr>
        <p:spPr>
          <a:xfrm>
            <a:off x="0" y="0"/>
            <a:ext cx="153619" cy="11658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24128" y="3108960"/>
            <a:ext cx="10241280" cy="1088136"/>
          </a:xfrm>
        </p:spPr>
        <p:txBody>
          <a:bodyPr/>
          <a:lstStyle>
            <a:lvl1pPr marL="0" indent="0">
              <a:buNone/>
              <a:defRPr sz="36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"/>
          </p:nvPr>
        </p:nvSpPr>
        <p:spPr>
          <a:xfrm>
            <a:off x="1024128" y="4352544"/>
            <a:ext cx="10241280" cy="62179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0896"/>
            <a:ext cx="11521440" cy="699516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40080" y="1088136"/>
            <a:ext cx="11521440" cy="388620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640080" y="1632204"/>
            <a:ext cx="5632704" cy="256489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40080" y="7072884"/>
            <a:ext cx="8961120" cy="310896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0241280" y="7072884"/>
            <a:ext cx="1920240" cy="310896"/>
          </a:xfr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6"/>
          </p:nvPr>
        </p:nvSpPr>
        <p:spPr>
          <a:xfrm>
            <a:off x="6528816" y="1632204"/>
            <a:ext cx="5632704" cy="256489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7"/>
          </p:nvPr>
        </p:nvSpPr>
        <p:spPr>
          <a:xfrm>
            <a:off x="640080" y="4352544"/>
            <a:ext cx="5632704" cy="256489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6528816" y="4352544"/>
            <a:ext cx="5632704" cy="256489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640080" y="4352544"/>
            <a:ext cx="11521440" cy="77724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311256"/>
            <a:ext cx="1152144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813560"/>
            <a:ext cx="11521440" cy="512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0" name="Logo 8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3344" y="233172"/>
            <a:ext cx="1536192" cy="6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ixture Theme">
  <a:themeElements>
    <a:clrScheme name="Fixture">
      <a:dk1>
        <a:sysClr val="windowText" lastClr="000000"/>
      </a:dk1>
      <a:lt1>
        <a:sysClr val="window" lastClr="FFFFFF"/>
      </a:lt1>
      <a:dk2>
        <a:srgbClr val="1C2B39"/>
      </a:dk2>
      <a:lt2>
        <a:srgbClr val="F3F1EC"/>
      </a:lt2>
      <a:accent1>
        <a:srgbClr val="6F8FAF"/>
      </a:accent1>
      <a:accent2>
        <a:srgbClr val="A3485A"/>
      </a:accent2>
      <a:accent3>
        <a:srgbClr val="2F3E46"/>
      </a:accent3>
      <a:accent4>
        <a:srgbClr val="8E9AAF"/>
      </a:accent4>
      <a:accent5>
        <a:srgbClr val="CBB89D"/>
      </a:accent5>
      <a:accent6>
        <a:srgbClr val="52796F"/>
      </a:accent6>
      <a:hlink>
        <a:srgbClr val="6F8FAF"/>
      </a:hlink>
      <a:folHlink>
        <a:srgbClr val="8E7DBE"/>
      </a:folHlink>
    </a:clrScheme>
    <a:fontScheme name="Fixture">
      <a:majorFont>
        <a:latin typeface="Fixture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xture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Fixture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master: 14 x 8.5 in page</dc:title>
  <dc:subject/>
  <dc:creator>Slide Studio test fixtures</dc:creator>
  <cp:keywords/>
  <dc:description>Generated by engine/fixtures/masters/make_test_masters.py</dc:description>
  <cp:lastModifiedBy>Slide Studio test fixtures</cp:lastModifiedBy>
  <cp:revision>1</cp:revision>
  <dcterms:created xsi:type="dcterms:W3CDTF">2026-01-01T00:00:00Z</dcterms:created>
  <dcterms:modified xsi:type="dcterms:W3CDTF">2026-01-01T00:00:00Z</dcterms:modified>
  <cp:category/>
</cp:coreProperties>
</file>