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10241280" cy="137160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975360" y="3566160"/>
            <a:ext cx="10241280" cy="6858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111" name="Logo 1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680" y="6035040"/>
            <a:ext cx="1219200" cy="4876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pared F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75360" y="1371600"/>
            <a:ext cx="7315200" cy="9601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680" y="342900"/>
            <a:ext cx="11216640" cy="6858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87680" y="1234440"/>
            <a:ext cx="7315200" cy="493776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8290560" y="1234440"/>
            <a:ext cx="3413760" cy="493776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75360" y="2606040"/>
            <a:ext cx="10241280" cy="960120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"/>
          </p:nvPr>
        </p:nvSpPr>
        <p:spPr>
          <a:xfrm>
            <a:off x="975360" y="3703320"/>
            <a:ext cx="10241280" cy="5486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5360" y="2743200"/>
            <a:ext cx="10241280" cy="960120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yle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6576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045696" y="4800600"/>
            <a:ext cx="146304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534400" y="6775704"/>
            <a:ext cx="3657600" cy="82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46304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coration 5"/>
          <p:cNvSpPr/>
          <p:nvPr userDrawn="1"/>
        </p:nvSpPr>
        <p:spPr>
          <a:xfrm>
            <a:off x="0" y="0"/>
            <a:ext cx="4876800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coration 6"/>
          <p:cNvSpPr/>
          <p:nvPr userDrawn="1"/>
        </p:nvSpPr>
        <p:spPr>
          <a:xfrm>
            <a:off x="11996928" y="4114800"/>
            <a:ext cx="195072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ecoration 7"/>
          <p:cNvSpPr/>
          <p:nvPr userDrawn="1"/>
        </p:nvSpPr>
        <p:spPr>
          <a:xfrm>
            <a:off x="7315200" y="6748272"/>
            <a:ext cx="4876800" cy="1097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coration 8"/>
          <p:cNvSpPr/>
          <p:nvPr userDrawn="1"/>
        </p:nvSpPr>
        <p:spPr>
          <a:xfrm>
            <a:off x="0" y="342900"/>
            <a:ext cx="195072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ecoration 9"/>
          <p:cNvSpPr/>
          <p:nvPr userDrawn="1"/>
        </p:nvSpPr>
        <p:spPr>
          <a:xfrm>
            <a:off x="0" y="0"/>
            <a:ext cx="6096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ration 10"/>
          <p:cNvSpPr/>
          <p:nvPr userDrawn="1"/>
        </p:nvSpPr>
        <p:spPr>
          <a:xfrm>
            <a:off x="11948160" y="3429000"/>
            <a:ext cx="24384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oration 11"/>
          <p:cNvSpPr/>
          <p:nvPr userDrawn="1"/>
        </p:nvSpPr>
        <p:spPr>
          <a:xfrm>
            <a:off x="6096000" y="6720840"/>
            <a:ext cx="609600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ation 12"/>
          <p:cNvSpPr/>
          <p:nvPr userDrawn="1"/>
        </p:nvSpPr>
        <p:spPr>
          <a:xfrm>
            <a:off x="0" y="685800"/>
            <a:ext cx="24384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Decoration 13"/>
          <p:cNvSpPr/>
          <p:nvPr userDrawn="1"/>
        </p:nvSpPr>
        <p:spPr>
          <a:xfrm>
            <a:off x="0" y="0"/>
            <a:ext cx="3657600" cy="164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Decoration 14"/>
          <p:cNvSpPr/>
          <p:nvPr userDrawn="1"/>
        </p:nvSpPr>
        <p:spPr>
          <a:xfrm>
            <a:off x="11899392" y="4800600"/>
            <a:ext cx="292608" cy="205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Decoration 15"/>
          <p:cNvSpPr/>
          <p:nvPr userDrawn="1"/>
        </p:nvSpPr>
        <p:spPr>
          <a:xfrm>
            <a:off x="8534400" y="6693408"/>
            <a:ext cx="3657600" cy="164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Decoration 16"/>
          <p:cNvSpPr/>
          <p:nvPr userDrawn="1"/>
        </p:nvSpPr>
        <p:spPr>
          <a:xfrm>
            <a:off x="0" y="1028700"/>
            <a:ext cx="292608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000000"/>
      </a:dk1>
      <a:lt1>
        <a:sysClr val="window" lastClr="FFFFFF"/>
      </a:lt1>
      <a:dk2>
        <a:srgbClr val="22313F"/>
      </a:dk2>
      <a:lt2>
        <a:srgbClr val="F4F6F8"/>
      </a:lt2>
      <a:accent1>
        <a:srgbClr val="C0392B"/>
      </a:accent1>
      <a:accent2>
        <a:srgbClr val="2C7FB8"/>
      </a:accent2>
      <a:accent3>
        <a:srgbClr val="34495E"/>
      </a:accent3>
      <a:accent4>
        <a:srgbClr val="7FB3D5"/>
      </a:accent4>
      <a:accent5>
        <a:srgbClr val="F5B041"/>
      </a:accent5>
      <a:accent6>
        <a:srgbClr val="58D68D"/>
      </a:accent6>
      <a:hlink>
        <a:srgbClr val="2C7FB8"/>
      </a:hlink>
      <a:folHlink>
        <a:srgbClr val="AF7AC5"/>
      </a:folHlink>
    </a:clrScheme>
    <a:fontScheme name="Fixtur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Fixture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master: widescreen</dc:title>
  <dc:subject/>
  <dc:creator>Slide Studio test fixtures</dc:creator>
  <cp:keywords/>
  <dc:description>Generated by engine/fixtures/masters/make_test_masters.py</dc:description>
  <cp:lastModifiedBy>Slide Studio test fixtures</cp:lastModifiedBy>
  <cp:revision>1</cp:revision>
  <dcterms:created xsi:type="dcterms:W3CDTF">2026-01-01T00:00:00Z</dcterms:created>
  <dcterms:modified xsi:type="dcterms:W3CDTF">2026-01-01T00:00:00Z</dcterms:modified>
  <cp:category/>
</cp:coreProperties>
</file>