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6858000" cy="990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1"/>
          <p:cNvSpPr/>
          <p:nvPr userDrawn="1"/>
        </p:nvSpPr>
        <p:spPr>
          <a:xfrm>
            <a:off x="0" y="0"/>
            <a:ext cx="2057400" cy="1188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ration 2"/>
          <p:cNvSpPr/>
          <p:nvPr userDrawn="1"/>
        </p:nvSpPr>
        <p:spPr>
          <a:xfrm>
            <a:off x="6775704" y="6934200"/>
            <a:ext cx="82296" cy="2971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0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0" name="Logo 8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60720" y="297180"/>
            <a:ext cx="822960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ixture Theme">
  <a:themeElements>
    <a:clrScheme name="Fixture">
      <a:dk1>
        <a:sysClr val="windowText" lastClr="000000"/>
      </a:dk1>
      <a:lt1>
        <a:sysClr val="window" lastClr="FFFFFF"/>
      </a:lt1>
      <a:dk2>
        <a:srgbClr val="1B2A41"/>
      </a:dk2>
      <a:lt2>
        <a:srgbClr val="E8ECF1"/>
      </a:lt2>
      <a:accent1>
        <a:srgbClr val="2A6F97"/>
      </a:accent1>
      <a:accent2>
        <a:srgbClr val="E07A5F"/>
      </a:accent2>
      <a:accent3>
        <a:srgbClr val="3D405B"/>
      </a:accent3>
      <a:accent4>
        <a:srgbClr val="81B29A"/>
      </a:accent4>
      <a:accent5>
        <a:srgbClr val="F2CC8F"/>
      </a:accent5>
      <a:accent6>
        <a:srgbClr val="5C80BC"/>
      </a:accent6>
      <a:hlink>
        <a:srgbClr val="2A6F97"/>
      </a:hlink>
      <a:folHlink>
        <a:srgbClr val="6D597A"/>
      </a:folHlink>
    </a:clrScheme>
    <a:fontScheme name="Fixtur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python-pptx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Fixture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master: portrait A4</dc:title>
  <dc:subject/>
  <dc:creator>Slide Studio test fixtures</dc:creator>
  <cp:keywords/>
  <dc:description>Generated by engine/fixtures/masters/make_test_masters.py</dc:description>
  <cp:lastModifiedBy>Slide Studio test fixtures</cp:lastModifiedBy>
  <cp:revision>1</cp:revision>
  <dcterms:created xsi:type="dcterms:W3CDTF">2026-01-01T00:00:00Z</dcterms:created>
  <dcterms:modified xsi:type="dcterms:W3CDTF">2026-01-01T00:00:00Z</dcterms:modified>
  <cp:category/>
</cp:coreProperties>
</file>